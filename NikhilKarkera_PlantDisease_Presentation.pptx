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Disease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Deep Learning and Transfer Learning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74320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Jaswaraj Karkera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111369531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Plant Disease Detection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146304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20-40%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crop production lost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diseases annually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73152" cy="10058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Diagnosis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require experts to physically inspect crops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468880"/>
            <a:ext cx="73152" cy="10058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farmers lack access to trained plant pathologists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657600"/>
            <a:ext cx="73152" cy="10058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Solution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 on a phone enables instant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PlantVillage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54,306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Species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Split</a:t>
            </a:r>
            <a:endParaRPr lang="en-US" sz="1200" dirty="0"/>
          </a:p>
        </p:txBody>
      </p:sp>
      <p:pic>
        <p:nvPicPr>
          <p:cNvPr id="16" name="Image 0" descr="/home/claude/class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560320"/>
            <a:ext cx="85953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Images — One Per Class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pic>
        <p:nvPicPr>
          <p:cNvPr id="4" name="Image 0" descr="/home/claude/sample_ima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97280"/>
            <a:ext cx="8778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Method: EfficientNet-B0 + Transfer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828800" cy="914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828800" cy="9144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1887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828800" cy="914400"/>
          </a:xfrm>
          <a:prstGeom prst="rect">
            <a:avLst/>
          </a:prstGeom>
          <a:solidFill>
            <a:srgbClr val="E873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1887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1828800" cy="91440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(lr=0.001)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282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593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904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215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4.05M (all trainable)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468880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500" dirty="0"/>
          </a:p>
        </p:txBody>
      </p:sp>
      <p:pic>
        <p:nvPicPr>
          <p:cNvPr id="31" name="Image 0" descr="/home/claude/augmentation_examp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2971800"/>
            <a:ext cx="38404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Training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99.65%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38/10,862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1887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1887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22/38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Classes</a:t>
            </a:r>
            <a:endParaRPr lang="en-US" sz="1100" dirty="0"/>
          </a:p>
        </p:txBody>
      </p:sp>
      <p:pic>
        <p:nvPicPr>
          <p:cNvPr id="16" name="Image 0" descr="/home/claude/training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743200"/>
            <a:ext cx="85953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Classification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pic>
        <p:nvPicPr>
          <p:cNvPr id="4" name="Image 0" descr="/home/claude/per_class_accura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8595360" cy="1828800"/>
          </a:xfrm>
          <a:prstGeom prst="rect">
            <a:avLst/>
          </a:prstGeom>
        </p:spPr>
      </p:pic>
      <p:pic>
        <p:nvPicPr>
          <p:cNvPr id="5" name="Image 1" descr="/home/claude/confusion_matri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017520"/>
            <a:ext cx="393192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54880" y="30175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93776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Misclassified Pairs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937760" y="34747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N. Leaf Blight → Cercospora (10)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Cercospora → N. Leaf Blight (4)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 → Late Blight (3)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 → Target Spot (3)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Late Blight ↔ Tomato Late Blight (2)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GradCAM: Where Does the Model Look?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consistently highlights disease-relevant regions — lesions, spots, and discolored tissue — rather than background artifacts.</a:t>
            </a:r>
            <a:endParaRPr lang="en-US" sz="1300" dirty="0"/>
          </a:p>
        </p:txBody>
      </p:sp>
      <p:pic>
        <p:nvPicPr>
          <p:cNvPr id="5" name="Image 0" descr="/home/claude/gradcam_correct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554480"/>
            <a:ext cx="4389120" cy="3383280"/>
          </a:xfrm>
          <a:prstGeom prst="rect">
            <a:avLst/>
          </a:prstGeom>
        </p:spPr>
      </p:pic>
      <p:pic>
        <p:nvPicPr>
          <p:cNvPr id="6" name="Image 1" descr="/home/claude/gradcam_resul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554480"/>
            <a:ext cx="43891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Published Baselines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3716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Mohanty et al.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Mohanty et al.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et al.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et al.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Ferentinos (2018)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931920"/>
            <a:ext cx="73152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9319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achieves near state-of-the-art accuracy with only 4.05M parameters — 34× fewer than VGG16 and 6× fewer than ResNet50 — making it practical for mobile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114800" cy="868680"/>
          </a:xfrm>
          <a:prstGeom prst="rect">
            <a:avLst/>
          </a:prstGeom>
          <a:solidFill>
            <a:srgbClr val="264D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73152" cy="868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 Accuracy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across 38 classes with only 38 misclassifications out of 10,862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4114800" cy="868680"/>
          </a:xfrm>
          <a:prstGeom prst="rect">
            <a:avLst/>
          </a:prstGeom>
          <a:solidFill>
            <a:srgbClr val="264D3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40280"/>
            <a:ext cx="73152" cy="868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confirms the model focuses on disease lesions, not background artifacts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4114800" cy="868680"/>
          </a:xfrm>
          <a:prstGeom prst="rect">
            <a:avLst/>
          </a:prstGeom>
          <a:solidFill>
            <a:srgbClr val="264D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91840"/>
            <a:ext cx="73152" cy="868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4.05M parameters — small enough for smartphone deployment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16459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field-captured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class-weighted loss for imbalance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compression for mobile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more crop species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Vision Transformers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03520" y="4572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Detection Using Deep Learning and Transfer Learning</dc:title>
  <dc:subject>PptxGenJS Presentation</dc:subject>
  <dc:creator>Nikhil Jaswaraj Karkera</dc:creator>
  <cp:lastModifiedBy>Nikhil Jaswaraj Karkera</cp:lastModifiedBy>
  <cp:revision>1</cp:revision>
  <dcterms:created xsi:type="dcterms:W3CDTF">2026-04-26T22:28:22Z</dcterms:created>
  <dcterms:modified xsi:type="dcterms:W3CDTF">2026-04-26T22:28:22Z</dcterms:modified>
</cp:coreProperties>
</file>